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C5DD1-BFFD-3398-8436-1C70F59809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C737C2-FD1F-3D5B-04F3-689468784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02682-CCF7-21C2-F594-402C95222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23F8-1D01-428E-8BB3-0524B826E1E9}" type="datetimeFigureOut">
              <a:rPr lang="nl-NL" smtClean="0"/>
              <a:t>31-10-2024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CF917-0033-E026-781D-3906415A2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3370F-3F86-5254-1448-9058946CF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9BAD-4676-42DD-BABA-9990A56AB4C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4637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1E708-17FD-4225-4E2A-6FFF491C5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B2B50-995C-67B6-9897-E0AD9F4D5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F3EFC-EBC9-EDA6-D873-2AC2B15A7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23F8-1D01-428E-8BB3-0524B826E1E9}" type="datetimeFigureOut">
              <a:rPr lang="nl-NL" smtClean="0"/>
              <a:t>31-10-2024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EDE37-300B-30E0-2A25-E857C7BF9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C49CE-B815-2687-5D37-80F2CE5F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9BAD-4676-42DD-BABA-9990A56AB4C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1263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E039C-6AF9-8DE0-A803-1C08E9144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045BC-EFD8-30AF-4EDD-F2DB5E596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818A8-524A-763B-B99B-AC2815A7E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23F8-1D01-428E-8BB3-0524B826E1E9}" type="datetimeFigureOut">
              <a:rPr lang="nl-NL" smtClean="0"/>
              <a:t>31-10-2024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22A67-17F8-4D8B-781F-50EAC3CB5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03CC9-3594-D637-F9E1-31BAF2BC7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9BAD-4676-42DD-BABA-9990A56AB4C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626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4F12A-648F-7AD2-D9E3-193FD2A44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D98A2-0859-C2D4-6C7E-F5211C238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882F3-9D9B-C020-6023-E423A2A20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A21C4-341D-A05E-FFCF-C69F0B477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23F8-1D01-428E-8BB3-0524B826E1E9}" type="datetimeFigureOut">
              <a:rPr lang="nl-NL" smtClean="0"/>
              <a:t>31-10-2024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2B522-660B-BC69-BBB2-84D78A79A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DECE5-9296-1932-E7A1-D606ED5A7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9BAD-4676-42DD-BABA-9990A56AB4C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6518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29D1C-19B8-36E1-D82C-62E1D4AB6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B5D96-9BD7-F94B-8BFD-FCD691904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DEE37B-5FA0-B70F-F9B3-D80361719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EC0ED3-52CA-5ED7-D291-D82FE30EF0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DD1318-82EC-F210-CDD8-E7CFA9651C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E4F34A-F116-BE56-528C-1406D0BA8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23F8-1D01-428E-8BB3-0524B826E1E9}" type="datetimeFigureOut">
              <a:rPr lang="nl-NL" smtClean="0"/>
              <a:t>31-10-2024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A66690-C8ED-AD17-A09F-873BF6C1A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906170-40F7-CE29-A5FD-EA53B1704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9BAD-4676-42DD-BABA-9990A56AB4C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39709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E9964-1002-C5ED-CF9B-68025D645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F918FB-93D2-4C63-71BD-1F1FF6A22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23F8-1D01-428E-8BB3-0524B826E1E9}" type="datetimeFigureOut">
              <a:rPr lang="nl-NL" smtClean="0"/>
              <a:t>31-10-2024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025513-9818-1786-901B-80C8C1613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EF5B9D-A7A5-1462-9865-56E4F12F5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9BAD-4676-42DD-BABA-9990A56AB4C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6886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C4910C-EE3B-0F7A-08BC-13F3BA06D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23F8-1D01-428E-8BB3-0524B826E1E9}" type="datetimeFigureOut">
              <a:rPr lang="nl-NL" smtClean="0"/>
              <a:t>31-10-2024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8B5FE-2AC9-2DC2-BED0-AD7E5EE8A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2D401-A753-0995-736E-70B5C8D37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9BAD-4676-42DD-BABA-9990A56AB4C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34342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314D2-431E-83E4-52AA-5E05F2DAA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851A-7404-E155-D023-CE4D305AE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B3EE90-487F-5FE2-23C8-A51D665DC5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579A3-84DD-5D57-BDD8-7DC67B284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23F8-1D01-428E-8BB3-0524B826E1E9}" type="datetimeFigureOut">
              <a:rPr lang="nl-NL" smtClean="0"/>
              <a:t>31-10-2024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410BF-F072-A2A0-3315-5BD7E2D0F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1354D-C660-480D-56F2-C6E2B1A55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9BAD-4676-42DD-BABA-9990A56AB4C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2499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54F43-4559-FCD7-5E32-669527424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004D96-4AC9-34F1-9D8A-8AE69F94FE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F08395-AEDD-0472-6BDB-1D359AECF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8448B-3D67-0D68-DCC6-936C3B3B9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23F8-1D01-428E-8BB3-0524B826E1E9}" type="datetimeFigureOut">
              <a:rPr lang="nl-NL" smtClean="0"/>
              <a:t>31-10-2024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EDE9A-E830-ECF8-E8BF-415B87B5B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9B36D-C86C-B1E3-372B-8B50AA2D8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9BAD-4676-42DD-BABA-9990A56AB4C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2209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E0F19-DC8E-DAB2-EB96-C70902A00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3088B7-C467-46B8-E1F8-FA4D76051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08718-1100-7DE8-AD9C-76343E673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23F8-1D01-428E-8BB3-0524B826E1E9}" type="datetimeFigureOut">
              <a:rPr lang="nl-NL" smtClean="0"/>
              <a:t>31-10-2024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E9756-65E0-4467-4C4C-D1CF41712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EA6E6-91BA-7AD8-97E1-2FEBA2647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9BAD-4676-42DD-BABA-9990A56AB4C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01612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890BB5-00F2-3639-03E6-35F3D6B735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9C69EC-F068-506B-2724-8F1F23E5C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97969-9F04-EE03-FAFD-A5474685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23F8-1D01-428E-8BB3-0524B826E1E9}" type="datetimeFigureOut">
              <a:rPr lang="nl-NL" smtClean="0"/>
              <a:t>31-10-2024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61C31-5C10-AABE-AC0F-85E45118A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87C1D-856F-54CE-2B1E-72720298D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9BAD-4676-42DD-BABA-9990A56AB4C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30244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52D3C0-6F5C-5880-CA59-E9063A58D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8CB0F-21CD-1C67-B2A5-7818AFF1B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419FE-3F6E-F711-3B9D-BDD37280F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E23F8-1D01-428E-8BB3-0524B826E1E9}" type="datetimeFigureOut">
              <a:rPr lang="nl-NL" smtClean="0"/>
              <a:t>31-10-2024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24B7A-7FFE-6916-73D8-9DF6D9A5F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7649F-7DC0-42A0-D425-779579924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99BAD-4676-42DD-BABA-9990A56AB4C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5125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2CF39E5-64D6-735B-4197-580D21A37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10" y="450777"/>
            <a:ext cx="4586708" cy="26007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60E002-EC0B-E6CD-DE0B-45A0D9844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85008"/>
            <a:ext cx="5186111" cy="27962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2F517C-0FE4-4AA6-C74C-C3926B5B1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39603"/>
            <a:ext cx="5850455" cy="29877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EED07E-06EF-980E-ABB1-E3B753AFF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39603"/>
            <a:ext cx="5404662" cy="297714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5EF1CD8-FDC6-1217-D6B8-A00EB6A6F543}"/>
              </a:ext>
            </a:extLst>
          </p:cNvPr>
          <p:cNvSpPr/>
          <p:nvPr/>
        </p:nvSpPr>
        <p:spPr>
          <a:xfrm>
            <a:off x="4008475" y="-94127"/>
            <a:ext cx="2721935" cy="701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ABAQUS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87692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EF8796B-1EC3-A7AE-A8FE-D28554487B34}"/>
              </a:ext>
            </a:extLst>
          </p:cNvPr>
          <p:cNvSpPr/>
          <p:nvPr/>
        </p:nvSpPr>
        <p:spPr>
          <a:xfrm>
            <a:off x="4008475" y="-94127"/>
            <a:ext cx="2721935" cy="701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UMAT</a:t>
            </a:r>
            <a:endParaRPr lang="nl-N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65CBD-B7DA-8DD3-20B5-D95065E49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20" y="647700"/>
            <a:ext cx="4067175" cy="2781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74BC35-EB96-5CC2-AC1C-4A9B5A7A3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536" y="695325"/>
            <a:ext cx="4191000" cy="27336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6B0FC7-36D6-F602-2203-1DA99A1B9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295" y="3813175"/>
            <a:ext cx="4114800" cy="26860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559D3A-3660-ADE2-7EE5-2B045C2DB6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4536" y="3746500"/>
            <a:ext cx="4086225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455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Mahmoud Khadijeh</dc:creator>
  <cp:lastModifiedBy>Mahmoud Khadijeh</cp:lastModifiedBy>
  <cp:revision>2</cp:revision>
  <dcterms:created xsi:type="dcterms:W3CDTF">2024-10-26T07:30:51Z</dcterms:created>
  <dcterms:modified xsi:type="dcterms:W3CDTF">2024-10-31T09:04:52Z</dcterms:modified>
</cp:coreProperties>
</file>