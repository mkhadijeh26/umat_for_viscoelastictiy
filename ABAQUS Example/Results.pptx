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63" autoAdjust="0"/>
    <p:restoredTop sz="94660"/>
  </p:normalViewPr>
  <p:slideViewPr>
    <p:cSldViewPr snapToGrid="0">
      <p:cViewPr varScale="1">
        <p:scale>
          <a:sx n="60" d="100"/>
          <a:sy n="60" d="100"/>
        </p:scale>
        <p:origin x="91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C5DD1-BFFD-3398-8436-1C70F59809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C737C2-FD1F-3D5B-04F3-6894687845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E02682-CCF7-21C2-F594-402C95222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E23F8-1D01-428E-8BB3-0524B826E1E9}" type="datetimeFigureOut">
              <a:rPr lang="nl-NL" smtClean="0"/>
              <a:t>26-10-2024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8CF917-0033-E026-781D-3906415A2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3370F-3F86-5254-1448-9058946CF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299BAD-4676-42DD-BABA-9990A56AB4C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546377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1E708-17FD-4225-4E2A-6FFF491C5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AB2B50-995C-67B6-9897-E0AD9F4D5F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F3EFC-EBC9-EDA6-D873-2AC2B15A7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E23F8-1D01-428E-8BB3-0524B826E1E9}" type="datetimeFigureOut">
              <a:rPr lang="nl-NL" smtClean="0"/>
              <a:t>26-10-2024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3EDE37-300B-30E0-2A25-E857C7BF9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EC49CE-B815-2687-5D37-80F2CE5FE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299BAD-4676-42DD-BABA-9990A56AB4C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312633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E039C-6AF9-8DE0-A803-1C08E91449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045BC-EFD8-30AF-4EDD-F2DB5E5965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818A8-524A-763B-B99B-AC2815A7E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E23F8-1D01-428E-8BB3-0524B826E1E9}" type="datetimeFigureOut">
              <a:rPr lang="nl-NL" smtClean="0"/>
              <a:t>26-10-2024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22A67-17F8-4D8B-781F-50EAC3CB5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D03CC9-3594-D637-F9E1-31BAF2BC7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299BAD-4676-42DD-BABA-9990A56AB4C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9626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4F12A-648F-7AD2-D9E3-193FD2A44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D98A2-0859-C2D4-6C7E-F5211C2383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8882F3-9D9B-C020-6023-E423A2A20A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0A21C4-341D-A05E-FFCF-C69F0B477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E23F8-1D01-428E-8BB3-0524B826E1E9}" type="datetimeFigureOut">
              <a:rPr lang="nl-NL" smtClean="0"/>
              <a:t>26-10-2024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42B522-660B-BC69-BBB2-84D78A79A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DDECE5-9296-1932-E7A1-D606ED5A7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299BAD-4676-42DD-BABA-9990A56AB4C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565188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29D1C-19B8-36E1-D82C-62E1D4AB6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7B5D96-9BD7-F94B-8BFD-FCD691904D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DEE37B-5FA0-B70F-F9B3-D803617193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EC0ED3-52CA-5ED7-D291-D82FE30EF0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DD1318-82EC-F210-CDD8-E7CFA9651C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6E4F34A-F116-BE56-528C-1406D0BA8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E23F8-1D01-428E-8BB3-0524B826E1E9}" type="datetimeFigureOut">
              <a:rPr lang="nl-NL" smtClean="0"/>
              <a:t>26-10-2024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A66690-C8ED-AD17-A09F-873BF6C1A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906170-40F7-CE29-A5FD-EA53B1704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299BAD-4676-42DD-BABA-9990A56AB4C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39709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E9964-1002-C5ED-CF9B-68025D645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F918FB-93D2-4C63-71BD-1F1FF6A22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E23F8-1D01-428E-8BB3-0524B826E1E9}" type="datetimeFigureOut">
              <a:rPr lang="nl-NL" smtClean="0"/>
              <a:t>26-10-2024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025513-9818-1786-901B-80C8C1613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EF5B9D-A7A5-1462-9865-56E4F12F5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299BAD-4676-42DD-BABA-9990A56AB4C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688658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C4910C-EE3B-0F7A-08BC-13F3BA06D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E23F8-1D01-428E-8BB3-0524B826E1E9}" type="datetimeFigureOut">
              <a:rPr lang="nl-NL" smtClean="0"/>
              <a:t>26-10-2024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F8B5FE-2AC9-2DC2-BED0-AD7E5EE8A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2D401-A753-0995-736E-70B5C8D37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299BAD-4676-42DD-BABA-9990A56AB4C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34342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314D2-431E-83E4-52AA-5E05F2DAA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A851A-7404-E155-D023-CE4D305AE6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B3EE90-487F-5FE2-23C8-A51D665DC5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0579A3-84DD-5D57-BDD8-7DC67B284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E23F8-1D01-428E-8BB3-0524B826E1E9}" type="datetimeFigureOut">
              <a:rPr lang="nl-NL" smtClean="0"/>
              <a:t>26-10-2024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5410BF-F072-A2A0-3315-5BD7E2D0F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31354D-C660-480D-56F2-C6E2B1A55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299BAD-4676-42DD-BABA-9990A56AB4C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624990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54F43-4559-FCD7-5E32-669527424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004D96-4AC9-34F1-9D8A-8AE69F94FE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F08395-AEDD-0472-6BDB-1D359AECF4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E8448B-3D67-0D68-DCC6-936C3B3B9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E23F8-1D01-428E-8BB3-0524B826E1E9}" type="datetimeFigureOut">
              <a:rPr lang="nl-NL" smtClean="0"/>
              <a:t>26-10-2024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8EDE9A-E830-ECF8-E8BF-415B87B5B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9B36D-C86C-B1E3-372B-8B50AA2D8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299BAD-4676-42DD-BABA-9990A56AB4C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022091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E0F19-DC8E-DAB2-EB96-C70902A00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3088B7-C467-46B8-E1F8-FA4D760515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808718-1100-7DE8-AD9C-76343E673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E23F8-1D01-428E-8BB3-0524B826E1E9}" type="datetimeFigureOut">
              <a:rPr lang="nl-NL" smtClean="0"/>
              <a:t>26-10-2024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E9756-65E0-4467-4C4C-D1CF41712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EA6E6-91BA-7AD8-97E1-2FEBA2647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299BAD-4676-42DD-BABA-9990A56AB4C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01612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6890BB5-00F2-3639-03E6-35F3D6B735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9C69EC-F068-506B-2724-8F1F23E5CB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97969-9F04-EE03-FAFD-A5474685A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E23F8-1D01-428E-8BB3-0524B826E1E9}" type="datetimeFigureOut">
              <a:rPr lang="nl-NL" smtClean="0"/>
              <a:t>26-10-2024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661C31-5C10-AABE-AC0F-85E45118A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87C1D-856F-54CE-2B1E-72720298D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299BAD-4676-42DD-BABA-9990A56AB4C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302447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52D3C0-6F5C-5880-CA59-E9063A58D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88CB0F-21CD-1C67-B2A5-7818AFF1BD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419FE-3F6E-F711-3B9D-BDD37280F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EE23F8-1D01-428E-8BB3-0524B826E1E9}" type="datetimeFigureOut">
              <a:rPr lang="nl-NL" smtClean="0"/>
              <a:t>26-10-2024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224B7A-7FFE-6916-73D8-9DF6D9A5F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B7649F-7DC0-42A0-D425-7795799246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299BAD-4676-42DD-BABA-9990A56AB4C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85125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2CF39E5-64D6-735B-4197-580D21A37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610" y="450777"/>
            <a:ext cx="4586708" cy="260076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E60E002-EC0B-E6CD-DE0B-45A0D9844C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585008"/>
            <a:ext cx="5186111" cy="279625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2F517C-0FE4-4AA6-C74C-C3926B5B1C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439603"/>
            <a:ext cx="5850455" cy="298774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5EED07E-06EF-980E-ABB1-E3B753AFF7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439603"/>
            <a:ext cx="5404662" cy="2977144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35EF1CD8-FDC6-1217-D6B8-A00EB6A6F543}"/>
              </a:ext>
            </a:extLst>
          </p:cNvPr>
          <p:cNvSpPr/>
          <p:nvPr/>
        </p:nvSpPr>
        <p:spPr>
          <a:xfrm>
            <a:off x="4008475" y="-94127"/>
            <a:ext cx="2721935" cy="7017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ABAQUS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876920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015268-F404-DB2B-7AEA-0F40A62B93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93" y="271129"/>
            <a:ext cx="5628501" cy="30355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132DB0F-00FF-132C-4866-FE0D282D6C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600" y="278044"/>
            <a:ext cx="5043328" cy="30425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B7BD2B-8D70-ACC1-12F1-28E6450AEB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93" y="3429000"/>
            <a:ext cx="5628501" cy="31105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DA5669B-9195-1F66-C603-EDB05819EB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600" y="3537446"/>
            <a:ext cx="5117293" cy="275914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EF8796B-1EC3-A7AE-A8FE-D28554487B34}"/>
              </a:ext>
            </a:extLst>
          </p:cNvPr>
          <p:cNvSpPr/>
          <p:nvPr/>
        </p:nvSpPr>
        <p:spPr>
          <a:xfrm>
            <a:off x="4008475" y="-94127"/>
            <a:ext cx="2721935" cy="7017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UMAT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99455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2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Mahmoud Khadijeh</dc:creator>
  <cp:lastModifiedBy>Mahmoud Khadijeh</cp:lastModifiedBy>
  <cp:revision>1</cp:revision>
  <dcterms:created xsi:type="dcterms:W3CDTF">2024-10-26T07:30:51Z</dcterms:created>
  <dcterms:modified xsi:type="dcterms:W3CDTF">2024-10-26T09:26:01Z</dcterms:modified>
</cp:coreProperties>
</file>